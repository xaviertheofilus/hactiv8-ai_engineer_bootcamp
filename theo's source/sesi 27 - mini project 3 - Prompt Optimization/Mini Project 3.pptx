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onsolas" charset="1" panose="020B0609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Zero-shot prompt - Starting point tanpa detail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2219963"/>
            <a:chOff x="0" y="0"/>
            <a:chExt cx="8568271" cy="2959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2959989"/>
            </a:xfrm>
            <a:custGeom>
              <a:avLst/>
              <a:gdLst/>
              <a:ahLst/>
              <a:cxnLst/>
              <a:rect r="r" b="b" t="t" l="l"/>
              <a:pathLst>
                <a:path h="2959989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2959989"/>
                  </a:lnTo>
                  <a:lnTo>
                    <a:pt x="0" y="2959989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0040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3200400"/>
            <a:ext cx="2743200" cy="548640"/>
            <a:chOff x="0" y="0"/>
            <a:chExt cx="3657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02336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5473703"/>
            <a:ext cx="6426203" cy="4094483"/>
            <a:chOff x="0" y="0"/>
            <a:chExt cx="8568271" cy="54593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5459349"/>
            </a:xfrm>
            <a:custGeom>
              <a:avLst/>
              <a:gdLst/>
              <a:ahLst/>
              <a:cxnLst/>
              <a:rect r="r" b="b" t="t" l="l"/>
              <a:pathLst>
                <a:path h="5459349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5459349"/>
                  </a:lnTo>
                  <a:lnTo>
                    <a:pt x="0" y="5459349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406"/>
            <a:ext cx="8829037" cy="7777477"/>
            <a:chOff x="0" y="0"/>
            <a:chExt cx="11772049" cy="103699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369931"/>
            </a:xfrm>
            <a:custGeom>
              <a:avLst/>
              <a:gdLst/>
              <a:ahLst/>
              <a:cxnLst/>
              <a:rect r="r" b="b" t="t" l="l"/>
              <a:pathLst>
                <a:path h="10369931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369931"/>
                  </a:lnTo>
                  <a:lnTo>
                    <a:pt x="0" y="10369931"/>
                  </a:lnTo>
                  <a:close/>
                </a:path>
              </a:pathLst>
            </a:custGeom>
            <a:blipFill>
              <a:blip r:embed="rId4"/>
              <a:stretch>
                <a:fillRect l="0" t="-1368" r="0" b="-1368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5758815"/>
            <a:ext cx="566928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saya aplikasi chatbot untuk review resume/CV dengan streamlit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requirement upload PDF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2219963"/>
            <a:chOff x="0" y="0"/>
            <a:chExt cx="8568271" cy="2959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2959989"/>
            </a:xfrm>
            <a:custGeom>
              <a:avLst/>
              <a:gdLst/>
              <a:ahLst/>
              <a:cxnLst/>
              <a:rect r="r" b="b" t="t" l="l"/>
              <a:pathLst>
                <a:path h="2959989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2959989"/>
                  </a:lnTo>
                  <a:lnTo>
                    <a:pt x="0" y="2959989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0040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3200400"/>
            <a:ext cx="2743200" cy="548640"/>
            <a:chOff x="0" y="0"/>
            <a:chExt cx="3657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02336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5473703"/>
            <a:ext cx="6426203" cy="4462485"/>
            <a:chOff x="0" y="0"/>
            <a:chExt cx="8568271" cy="59499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5950018"/>
            </a:xfrm>
            <a:custGeom>
              <a:avLst/>
              <a:gdLst/>
              <a:ahLst/>
              <a:cxnLst/>
              <a:rect r="r" b="b" t="t" l="l"/>
              <a:pathLst>
                <a:path h="5950018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5950018"/>
                  </a:lnTo>
                  <a:lnTo>
                    <a:pt x="0" y="5950018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132791"/>
            <a:chOff x="0" y="0"/>
            <a:chExt cx="11772049" cy="108437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843692"/>
            </a:xfrm>
            <a:custGeom>
              <a:avLst/>
              <a:gdLst/>
              <a:ahLst/>
              <a:cxnLst/>
              <a:rect r="r" b="b" t="t" l="l"/>
              <a:pathLst>
                <a:path h="10843692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843692"/>
                  </a:lnTo>
                  <a:lnTo>
                    <a:pt x="0" y="10843692"/>
                  </a:lnTo>
                  <a:close/>
                </a:path>
              </a:pathLst>
            </a:custGeom>
            <a:blipFill>
              <a:blip r:embed="rId4"/>
              <a:stretch>
                <a:fillRect l="-62" t="0" r="-62" b="0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5758815"/>
            <a:ext cx="56692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saya aplikasi chatbot untuk review resume/CV dengan streamlit. Aplikasi harus bisa upload file PDF dan menganalisis kontennya.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Memecah requirement menjadi bullets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1658617"/>
            <a:chOff x="0" y="0"/>
            <a:chExt cx="8568271" cy="22114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2211527"/>
            </a:xfrm>
            <a:custGeom>
              <a:avLst/>
              <a:gdLst/>
              <a:ahLst/>
              <a:cxnLst/>
              <a:rect r="r" b="b" t="t" l="l"/>
              <a:pathLst>
                <a:path h="2211527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2211527"/>
                  </a:lnTo>
                  <a:lnTo>
                    <a:pt x="0" y="2211527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0040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3200400"/>
            <a:ext cx="2743200" cy="548640"/>
            <a:chOff x="0" y="0"/>
            <a:chExt cx="3657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02336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5473703"/>
            <a:ext cx="6426203" cy="4538994"/>
            <a:chOff x="0" y="0"/>
            <a:chExt cx="8568271" cy="60519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6052030"/>
            </a:xfrm>
            <a:custGeom>
              <a:avLst/>
              <a:gdLst/>
              <a:ahLst/>
              <a:cxnLst/>
              <a:rect r="r" b="b" t="t" l="l"/>
              <a:pathLst>
                <a:path h="6052030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6052030"/>
                  </a:lnTo>
                  <a:lnTo>
                    <a:pt x="0" y="6052030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209300"/>
            <a:chOff x="0" y="0"/>
            <a:chExt cx="11772049" cy="109457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945703"/>
            </a:xfrm>
            <a:custGeom>
              <a:avLst/>
              <a:gdLst/>
              <a:ahLst/>
              <a:cxnLst/>
              <a:rect r="r" b="b" t="t" l="l"/>
              <a:pathLst>
                <a:path h="10945703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945703"/>
                  </a:lnTo>
                  <a:lnTo>
                    <a:pt x="0" y="10945703"/>
                  </a:lnTo>
                  <a:close/>
                </a:path>
              </a:pathLst>
            </a:custGeom>
            <a:blipFill>
              <a:blip r:embed="rId4"/>
              <a:stretch>
                <a:fillRect l="0" t="-2631" r="0" b="-2631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5758815"/>
            <a:ext cx="566928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saya aplikasi chatbot untuk review resume/CV dengan streamlit. Aplikasi harus bisa: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Upload file PDF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Extract text dari PDF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Analisis konten CV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tech stack (Gemini API)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2219963"/>
            <a:chOff x="0" y="0"/>
            <a:chExt cx="8568271" cy="2959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2959989"/>
            </a:xfrm>
            <a:custGeom>
              <a:avLst/>
              <a:gdLst/>
              <a:ahLst/>
              <a:cxnLst/>
              <a:rect r="r" b="b" t="t" l="l"/>
              <a:pathLst>
                <a:path h="2959989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2959989"/>
                  </a:lnTo>
                  <a:lnTo>
                    <a:pt x="0" y="2959989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0040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3200400"/>
            <a:ext cx="2743200" cy="548640"/>
            <a:chOff x="0" y="0"/>
            <a:chExt cx="3657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02336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5473703"/>
            <a:ext cx="6426203" cy="4334842"/>
            <a:chOff x="0" y="0"/>
            <a:chExt cx="8568271" cy="57797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5779828"/>
            </a:xfrm>
            <a:custGeom>
              <a:avLst/>
              <a:gdLst/>
              <a:ahLst/>
              <a:cxnLst/>
              <a:rect r="r" b="b" t="t" l="l"/>
              <a:pathLst>
                <a:path h="5779828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5779828"/>
                  </a:lnTo>
                  <a:lnTo>
                    <a:pt x="0" y="5779828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005149"/>
            <a:chOff x="0" y="0"/>
            <a:chExt cx="11772049" cy="106735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673502"/>
            </a:xfrm>
            <a:custGeom>
              <a:avLst/>
              <a:gdLst/>
              <a:ahLst/>
              <a:cxnLst/>
              <a:rect r="r" b="b" t="t" l="l"/>
              <a:pathLst>
                <a:path h="10673502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673502"/>
                  </a:lnTo>
                  <a:lnTo>
                    <a:pt x="0" y="10673502"/>
                  </a:lnTo>
                  <a:close/>
                </a:path>
              </a:pathLst>
            </a:custGeom>
            <a:blipFill>
              <a:blip r:embed="rId4"/>
              <a:stretch>
                <a:fillRect l="0" t="-44" r="0" b="-44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5758815"/>
            <a:ext cx="566928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saya aplikasi chatbot untuk review resume/CV dengan streamlit menggunakan Google Gemini API. Fitur: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Upload file PDF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Extract text dari PDF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Analisis CV dengan AI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Tampilkan hasil analisis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struktur output yang diinginkan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1658617"/>
            <a:chOff x="0" y="0"/>
            <a:chExt cx="8568271" cy="22114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2211527"/>
            </a:xfrm>
            <a:custGeom>
              <a:avLst/>
              <a:gdLst/>
              <a:ahLst/>
              <a:cxnLst/>
              <a:rect r="r" b="b" t="t" l="l"/>
              <a:pathLst>
                <a:path h="2211527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2211527"/>
                  </a:lnTo>
                  <a:lnTo>
                    <a:pt x="0" y="2211527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0040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3200400"/>
            <a:ext cx="2743200" cy="548640"/>
            <a:chOff x="0" y="0"/>
            <a:chExt cx="3657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02336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023360"/>
            <a:ext cx="2743200" cy="548640"/>
            <a:chOff x="0" y="0"/>
            <a:chExt cx="3657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4886325"/>
            <a:ext cx="6426203" cy="5058404"/>
            <a:chOff x="0" y="0"/>
            <a:chExt cx="8568271" cy="67445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6744577"/>
            </a:xfrm>
            <a:custGeom>
              <a:avLst/>
              <a:gdLst/>
              <a:ahLst/>
              <a:cxnLst/>
              <a:rect r="r" b="b" t="t" l="l"/>
              <a:pathLst>
                <a:path h="6744577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6744577"/>
                  </a:lnTo>
                  <a:lnTo>
                    <a:pt x="0" y="6744577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141332"/>
            <a:chOff x="0" y="0"/>
            <a:chExt cx="11772049" cy="108551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855079"/>
            </a:xfrm>
            <a:custGeom>
              <a:avLst/>
              <a:gdLst/>
              <a:ahLst/>
              <a:cxnLst/>
              <a:rect r="r" b="b" t="t" l="l"/>
              <a:pathLst>
                <a:path h="10855079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855079"/>
                  </a:lnTo>
                  <a:lnTo>
                    <a:pt x="0" y="10855079"/>
                  </a:lnTo>
                  <a:close/>
                </a:path>
              </a:pathLst>
            </a:custGeom>
            <a:blipFill>
              <a:blip r:embed="rId4"/>
              <a:stretch>
                <a:fillRect l="0" t="-766" r="0" b="-766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5095875"/>
            <a:ext cx="5669280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aplikasi CV Review Chatbot dengan: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Tech Stack: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Streamlit untuk UI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Google Gemini API untuk AI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PyPDF2 untuk extract PDF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Fitur: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Upload CV (PDF)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Extract teks otomatis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Analisis AI: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Kekuatan CV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Kekurangan CV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Saran perbaikan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Output terstruktur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spesifikasi output detail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1262643"/>
            <a:chOff x="0" y="0"/>
            <a:chExt cx="8568271" cy="1683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1683563"/>
            </a:xfrm>
            <a:custGeom>
              <a:avLst/>
              <a:gdLst/>
              <a:ahLst/>
              <a:cxnLst/>
              <a:rect r="r" b="b" t="t" l="l"/>
              <a:pathLst>
                <a:path h="1683563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683563"/>
                  </a:lnTo>
                  <a:lnTo>
                    <a:pt x="0" y="1683563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946844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2913383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3414917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3299613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4490352"/>
            <a:ext cx="6426203" cy="5515537"/>
            <a:chOff x="0" y="0"/>
            <a:chExt cx="8568271" cy="73540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7354088"/>
            </a:xfrm>
            <a:custGeom>
              <a:avLst/>
              <a:gdLst/>
              <a:ahLst/>
              <a:cxnLst/>
              <a:rect r="r" b="b" t="t" l="l"/>
              <a:pathLst>
                <a:path h="7354088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7354088"/>
                  </a:lnTo>
                  <a:lnTo>
                    <a:pt x="0" y="7354088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202492"/>
            <a:chOff x="0" y="0"/>
            <a:chExt cx="11772049" cy="109366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936625"/>
            </a:xfrm>
            <a:custGeom>
              <a:avLst/>
              <a:gdLst/>
              <a:ahLst/>
              <a:cxnLst/>
              <a:rect r="r" b="b" t="t" l="l"/>
              <a:pathLst>
                <a:path h="10936625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936625"/>
                  </a:lnTo>
                  <a:lnTo>
                    <a:pt x="0" y="10936625"/>
                  </a:lnTo>
                  <a:close/>
                </a:path>
              </a:pathLst>
            </a:custGeom>
            <a:blipFill>
              <a:blip r:embed="rId4"/>
              <a:stretch>
                <a:fillRect l="-5217" t="0" r="-5217" b="0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6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4576077"/>
            <a:ext cx="5669280" cy="53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aplikasi CV Review Chatbot dengan: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Tech Stack: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Streamlit (UI framework)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Google Gemini API (LLM)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PyPDF2 (PDF parser)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Fitur Utama: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File Upload (accept .pdf only)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Auto text extraction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AI Analysis dengan output: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Strengths (min 3 points)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Weaknesses (min 3 points) 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Improvement suggestions (min 5 points)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Overall score (1-10)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Display results in structured format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UI requirements dan download feature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47625"/>
            <a:chOff x="0" y="0"/>
            <a:chExt cx="85344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63500"/>
            </a:xfrm>
            <a:custGeom>
              <a:avLst/>
              <a:gdLst/>
              <a:ahLst/>
              <a:cxnLst/>
              <a:rect r="r" b="b" t="t" l="l"/>
              <a:pathLst>
                <a:path h="635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8997" y="2586717"/>
            <a:ext cx="6426203" cy="1049447"/>
            <a:chOff x="0" y="0"/>
            <a:chExt cx="8568271" cy="13992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1399301"/>
            </a:xfrm>
            <a:custGeom>
              <a:avLst/>
              <a:gdLst/>
              <a:ahLst/>
              <a:cxnLst/>
              <a:rect r="r" b="b" t="t" l="l"/>
              <a:pathLst>
                <a:path h="1399301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399301"/>
                  </a:lnTo>
                  <a:lnTo>
                    <a:pt x="0" y="1399301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7454" y="2560320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93534" y="2560320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7454" y="3117458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97353" y="3002153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3750465"/>
            <a:ext cx="6426203" cy="6217571"/>
            <a:chOff x="0" y="0"/>
            <a:chExt cx="8568271" cy="82900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309" cy="8290134"/>
            </a:xfrm>
            <a:custGeom>
              <a:avLst/>
              <a:gdLst/>
              <a:ahLst/>
              <a:cxnLst/>
              <a:rect r="r" b="b" t="t" l="l"/>
              <a:pathLst>
                <a:path h="8290134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8290134"/>
                  </a:lnTo>
                  <a:lnTo>
                    <a:pt x="0" y="8290134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0" y="731520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4197" y="1803397"/>
            <a:ext cx="8829037" cy="8095957"/>
            <a:chOff x="0" y="0"/>
            <a:chExt cx="11772049" cy="107946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10794579"/>
            </a:xfrm>
            <a:custGeom>
              <a:avLst/>
              <a:gdLst/>
              <a:ahLst/>
              <a:cxnLst/>
              <a:rect r="r" b="b" t="t" l="l"/>
              <a:pathLst>
                <a:path h="10794579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10794579"/>
                  </a:lnTo>
                  <a:lnTo>
                    <a:pt x="0" y="10794579"/>
                  </a:lnTo>
                  <a:close/>
                </a:path>
              </a:pathLst>
            </a:custGeom>
            <a:blipFill>
              <a:blip r:embed="rId4"/>
              <a:stretch>
                <a:fillRect l="0" t="-1732" r="0" b="-1732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7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54103" y="3940965"/>
            <a:ext cx="6286500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aplikasi CV Review Chatbot: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Tech Stack: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Streamlit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Google Gemini API (model: gemini-pro)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PyPDF2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UI Requirements: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Minimalist design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Grey color scheme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Clear section separation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Fitur: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PDF upload dengan validation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Extract text otomatis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AI analysis dengan Gemini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Structured output: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Strengths (bullet points)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Weaknesses (bullet points)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Suggestions (numbered list)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Score (visual indicator)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5. Download hasil analisis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error handling dan prompt template untuk 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7594191" cy="895684"/>
            <a:chOff x="0" y="0"/>
            <a:chExt cx="10125588" cy="11942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25626" cy="1194284"/>
            </a:xfrm>
            <a:custGeom>
              <a:avLst/>
              <a:gdLst/>
              <a:ahLst/>
              <a:cxnLst/>
              <a:rect r="r" b="b" t="t" l="l"/>
              <a:pathLst>
                <a:path h="1194284" w="10125626">
                  <a:moveTo>
                    <a:pt x="0" y="0"/>
                  </a:moveTo>
                  <a:lnTo>
                    <a:pt x="10125626" y="0"/>
                  </a:lnTo>
                  <a:lnTo>
                    <a:pt x="10125626" y="1194284"/>
                  </a:lnTo>
                  <a:lnTo>
                    <a:pt x="0" y="1194284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922820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2913383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3367234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3251930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66702" y="731520"/>
            <a:ext cx="7606898" cy="8526780"/>
            <a:chOff x="0" y="0"/>
            <a:chExt cx="10142530" cy="1136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42568" cy="11369078"/>
            </a:xfrm>
            <a:custGeom>
              <a:avLst/>
              <a:gdLst/>
              <a:ahLst/>
              <a:cxnLst/>
              <a:rect r="r" b="b" t="t" l="l"/>
              <a:pathLst>
                <a:path h="11369078" w="10142568">
                  <a:moveTo>
                    <a:pt x="0" y="0"/>
                  </a:moveTo>
                  <a:lnTo>
                    <a:pt x="10142568" y="0"/>
                  </a:lnTo>
                  <a:lnTo>
                    <a:pt x="10142568" y="11369078"/>
                  </a:lnTo>
                  <a:lnTo>
                    <a:pt x="0" y="11369078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01703" y="3909288"/>
            <a:ext cx="7594191" cy="6026695"/>
            <a:chOff x="0" y="0"/>
            <a:chExt cx="12830860" cy="101824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30818" cy="10182450"/>
            </a:xfrm>
            <a:custGeom>
              <a:avLst/>
              <a:gdLst/>
              <a:ahLst/>
              <a:cxnLst/>
              <a:rect r="r" b="b" t="t" l="l"/>
              <a:pathLst>
                <a:path h="10182450" w="12830818">
                  <a:moveTo>
                    <a:pt x="0" y="0"/>
                  </a:moveTo>
                  <a:lnTo>
                    <a:pt x="12830818" y="0"/>
                  </a:lnTo>
                  <a:lnTo>
                    <a:pt x="12830818" y="10182450"/>
                  </a:lnTo>
                  <a:lnTo>
                    <a:pt x="0" y="10182450"/>
                  </a:lnTo>
                  <a:close/>
                </a:path>
              </a:pathLst>
            </a:custGeom>
            <a:blipFill>
              <a:blip r:embed="rId4"/>
              <a:stretch>
                <a:fillRect l="0" t="-9775" r="0" b="-9775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8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145159" y="1242060"/>
            <a:ext cx="5669280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Buatkan CV Review Chatbot dengan parameter berikut: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Tech Stack: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Streamlit (latest version)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Google Gemini API (gemini-pro)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PyPDF2 untuk parsing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python-dotenv untuk config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UI Design: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Minimalist grey theme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Responsive layout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Progress indicators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Error handling messages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Core Features: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Upload CV (PDF, max 5MB)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Text extraction dengan error handling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AI Analysis menggunakan prompt engineering: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"Analyze this CV for an AI Engineer position. Provide: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1. Top 3 strengths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2. Top 3 weaknesses  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3. 5 specific improvement suggestions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4. Overall score (1-10) with justification"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Display formatted results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5. Download report (TXT format)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9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42887"/>
            <a:ext cx="6400800" cy="517358"/>
            <a:chOff x="0" y="0"/>
            <a:chExt cx="8534400" cy="689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689811"/>
            </a:xfrm>
            <a:custGeom>
              <a:avLst/>
              <a:gdLst/>
              <a:ahLst/>
              <a:cxnLst/>
              <a:rect r="r" b="b" t="t" l="l"/>
              <a:pathLst>
                <a:path h="689811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9811"/>
                  </a:lnTo>
                  <a:lnTo>
                    <a:pt x="0" y="689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373" r="0" b="-2117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727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Full specification dengan semua komponen detail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8997" y="1960245"/>
            <a:ext cx="6426203" cy="1071179"/>
            <a:chOff x="0" y="0"/>
            <a:chExt cx="8568271" cy="14282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1428277"/>
            </a:xfrm>
            <a:custGeom>
              <a:avLst/>
              <a:gdLst/>
              <a:ahLst/>
              <a:cxnLst/>
              <a:rect r="r" b="b" t="t" l="l"/>
              <a:pathLst>
                <a:path h="1428277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428277"/>
                  </a:lnTo>
                  <a:lnTo>
                    <a:pt x="0" y="1428277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7454" y="1960245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93534" y="1960245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7454" y="2481994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93534" y="2424342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30042" y="281940"/>
            <a:ext cx="7607918" cy="9723120"/>
            <a:chOff x="0" y="0"/>
            <a:chExt cx="10143890" cy="12964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43928" cy="12964199"/>
            </a:xfrm>
            <a:custGeom>
              <a:avLst/>
              <a:gdLst/>
              <a:ahLst/>
              <a:cxnLst/>
              <a:rect r="r" b="b" t="t" l="l"/>
              <a:pathLst>
                <a:path h="12964199" w="10143928">
                  <a:moveTo>
                    <a:pt x="0" y="0"/>
                  </a:moveTo>
                  <a:lnTo>
                    <a:pt x="10143928" y="0"/>
                  </a:lnTo>
                  <a:lnTo>
                    <a:pt x="10143928" y="12964199"/>
                  </a:lnTo>
                  <a:lnTo>
                    <a:pt x="0" y="12964199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6774" y="3193349"/>
            <a:ext cx="8778240" cy="797272"/>
            <a:chOff x="0" y="0"/>
            <a:chExt cx="11704320" cy="10630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191" r="0" b="-1718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1371" y="4069165"/>
            <a:ext cx="8829037" cy="5750804"/>
            <a:chOff x="0" y="0"/>
            <a:chExt cx="11772049" cy="76677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7667718"/>
            </a:xfrm>
            <a:custGeom>
              <a:avLst/>
              <a:gdLst/>
              <a:ahLst/>
              <a:cxnLst/>
              <a:rect r="r" b="b" t="t" l="l"/>
              <a:pathLst>
                <a:path h="7667718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7667718"/>
                  </a:lnTo>
                  <a:lnTo>
                    <a:pt x="0" y="7667718"/>
                  </a:lnTo>
                  <a:close/>
                </a:path>
              </a:pathLst>
            </a:custGeom>
            <a:blipFill>
              <a:blip r:embed="rId4"/>
              <a:stretch>
                <a:fillRect l="0" t="-20142" r="0" b="-20142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578094" y="300990"/>
            <a:ext cx="6711804" cy="97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 Review Chatbot - Full Specification: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Tech Stack: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Streamlit 1.28+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Google Gemini API (gemini-pro)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PyPDF2 2.0+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python-dotenv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UI Components: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Header with app title and description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Sidebar untuk settings: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* API key input (masked)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* Model selection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Main area: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* File uploader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* Analysis button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* Results container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Footer dengan credits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Features: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PDF Upload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File size validation (max 5MB)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PDF format validation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Preview uploaded filename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Text Extraction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Multi-page support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Character encoding handling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Empty content detection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AI Analysis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Position-specific analysis (AI Engineer)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Structured prompt template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Response parsing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Results Display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Strengths section (green highlights)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Weaknesses section (red highlights)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Suggestions (numbered, actionable)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Score with visual progress bar</a:t>
            </a:r>
          </a:p>
          <a:p>
            <a:pPr algn="l">
              <a:lnSpc>
                <a:spcPts val="1739"/>
              </a:lnSpc>
            </a:pP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5. Export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Download as formatted text</a:t>
            </a:r>
          </a:p>
          <a:p>
            <a:pPr algn="l">
              <a:lnSpc>
                <a:spcPts val="1739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Timestamp in filename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10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Panduan implementasi dengan struktur kode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8997" y="2468880"/>
            <a:ext cx="6426203" cy="1039269"/>
            <a:chOff x="0" y="0"/>
            <a:chExt cx="8568271" cy="1385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1385730"/>
            </a:xfrm>
            <a:custGeom>
              <a:avLst/>
              <a:gdLst/>
              <a:ahLst/>
              <a:cxnLst/>
              <a:rect r="r" b="b" t="t" l="l"/>
              <a:pathLst>
                <a:path h="1385730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385730"/>
                  </a:lnTo>
                  <a:lnTo>
                    <a:pt x="0" y="1385730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7454" y="2468880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93534" y="2468880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7454" y="2910713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93534" y="2795409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87700" y="316601"/>
            <a:ext cx="7543076" cy="9547523"/>
            <a:chOff x="0" y="0"/>
            <a:chExt cx="10057435" cy="12730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7473" cy="12730069"/>
            </a:xfrm>
            <a:custGeom>
              <a:avLst/>
              <a:gdLst/>
              <a:ahLst/>
              <a:cxnLst/>
              <a:rect r="r" b="b" t="t" l="l"/>
              <a:pathLst>
                <a:path h="12730069" w="10057473">
                  <a:moveTo>
                    <a:pt x="0" y="0"/>
                  </a:moveTo>
                  <a:lnTo>
                    <a:pt x="10057473" y="0"/>
                  </a:lnTo>
                  <a:lnTo>
                    <a:pt x="10057473" y="12730069"/>
                  </a:lnTo>
                  <a:lnTo>
                    <a:pt x="0" y="12730069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42678" y="3454906"/>
            <a:ext cx="8778240" cy="797272"/>
            <a:chOff x="0" y="0"/>
            <a:chExt cx="11704320" cy="10630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0238" r="0" b="-4702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7275" y="4210694"/>
            <a:ext cx="8829037" cy="5653430"/>
            <a:chOff x="0" y="0"/>
            <a:chExt cx="11772049" cy="75379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7537886"/>
            </a:xfrm>
            <a:custGeom>
              <a:avLst/>
              <a:gdLst/>
              <a:ahLst/>
              <a:cxnLst/>
              <a:rect r="r" b="b" t="t" l="l"/>
              <a:pathLst>
                <a:path h="7537886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7537886"/>
                  </a:lnTo>
                  <a:lnTo>
                    <a:pt x="0" y="7537886"/>
                  </a:lnTo>
                  <a:close/>
                </a:path>
              </a:pathLst>
            </a:custGeom>
            <a:blipFill>
              <a:blip r:embed="rId4"/>
              <a:stretch>
                <a:fillRect l="0" t="-23790" r="0" b="-23790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470425" y="795528"/>
            <a:ext cx="7260351" cy="846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 Review Chatbot - Implementation Guide: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Project Structure: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 (main application)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.env (API key)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README.md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 Components: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 Imports &amp; Config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```python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streamlit as st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google.generativeai as genai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PyPDF2 import PdfReader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2. Page Config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Title: "CV/Resume Analyzer"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Icon: 📄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Layout: wide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Theme: grey minimal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3. Helper Functions: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extract_text_from_pdf(file)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analyze_cv_with_gemini(text, api_key)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format_results(response)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generate_download_link(content)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4. Main Flow: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a) Display header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b) Sidebar: API key + settings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c) File upload widget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d) If file uploaded: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Extract text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Show preview (first 200 chars)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Analyze button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Display results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- Download button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5. Error Handling: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Invalid API key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Upload errors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Extraction failures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API rate limits</a:t>
            </a:r>
          </a:p>
          <a:p>
            <a:pPr algn="l">
              <a:lnSpc>
                <a:spcPts val="1344"/>
              </a:lnSpc>
            </a:pP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6. Styling: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Custom CSS untuk grey theme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Card-based layout</a:t>
            </a:r>
          </a:p>
          <a:p>
            <a:pPr algn="l">
              <a:lnSpc>
                <a:spcPts val="1344"/>
              </a:lnSpc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Smooth transitions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11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6400800" cy="731520"/>
            <a:chOff x="0" y="0"/>
            <a:chExt cx="85344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4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Menambahkan advanced features seperti adjustable parameters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6400800" cy="36576"/>
            <a:chOff x="0" y="0"/>
            <a:chExt cx="8534400" cy="4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48768"/>
            </a:xfrm>
            <a:custGeom>
              <a:avLst/>
              <a:gdLst/>
              <a:ahLst/>
              <a:cxnLst/>
              <a:rect r="r" b="b" t="t" l="l"/>
              <a:pathLst>
                <a:path h="487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D3D3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913383"/>
            <a:ext cx="6426203" cy="1039269"/>
            <a:chOff x="0" y="0"/>
            <a:chExt cx="8568271" cy="1385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309" cy="1385730"/>
            </a:xfrm>
            <a:custGeom>
              <a:avLst/>
              <a:gdLst/>
              <a:ahLst/>
              <a:cxnLst/>
              <a:rect r="r" b="b" t="t" l="l"/>
              <a:pathLst>
                <a:path h="1385730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385730"/>
                  </a:lnTo>
                  <a:lnTo>
                    <a:pt x="0" y="1385730"/>
                  </a:lnTo>
                  <a:close/>
                </a:path>
              </a:pathLst>
            </a:custGeom>
            <a:solidFill>
              <a:srgbClr val="F5F5F5"/>
            </a:solidFill>
            <a:ln w="25400" cap="sq">
              <a:solidFill>
                <a:srgbClr val="D3D3D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913383"/>
            <a:ext cx="2743200" cy="441833"/>
            <a:chOff x="0" y="0"/>
            <a:chExt cx="3657600" cy="589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06240" y="2913383"/>
            <a:ext cx="2743200" cy="557138"/>
            <a:chOff x="0" y="0"/>
            <a:chExt cx="3657600" cy="74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3248026"/>
            <a:ext cx="2743200" cy="441833"/>
            <a:chOff x="0" y="0"/>
            <a:chExt cx="365760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589111"/>
            </a:xfrm>
            <a:custGeom>
              <a:avLst/>
              <a:gdLst/>
              <a:ahLst/>
              <a:cxnLst/>
              <a:rect r="r" b="b" t="t" l="l"/>
              <a:pathLst>
                <a:path h="58911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9" r="0" b="-830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2C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3249177"/>
            <a:ext cx="2743200" cy="557138"/>
            <a:chOff x="0" y="0"/>
            <a:chExt cx="365760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742851"/>
            </a:xfrm>
            <a:custGeom>
              <a:avLst/>
              <a:gdLst/>
              <a:ahLst/>
              <a:cxnLst/>
              <a:rect r="r" b="b" t="t" l="l"/>
              <a:pathLst>
                <a:path h="74285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41436" y="328932"/>
            <a:ext cx="7121256" cy="9640578"/>
            <a:chOff x="0" y="0"/>
            <a:chExt cx="9495008" cy="12854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95046" cy="12854143"/>
            </a:xfrm>
            <a:custGeom>
              <a:avLst/>
              <a:gdLst/>
              <a:ahLst/>
              <a:cxnLst/>
              <a:rect r="r" b="b" t="t" l="l"/>
              <a:pathLst>
                <a:path h="12854143" w="9495046">
                  <a:moveTo>
                    <a:pt x="0" y="0"/>
                  </a:moveTo>
                  <a:lnTo>
                    <a:pt x="9495046" y="0"/>
                  </a:lnTo>
                  <a:lnTo>
                    <a:pt x="9495046" y="12854143"/>
                  </a:lnTo>
                  <a:lnTo>
                    <a:pt x="0" y="12854143"/>
                  </a:lnTo>
                  <a:close/>
                </a:path>
              </a:pathLst>
            </a:custGeom>
            <a:solidFill>
              <a:srgbClr val="2C2C2C"/>
            </a:solidFill>
            <a:ln w="25400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01703" y="4047902"/>
            <a:ext cx="8778240" cy="914400"/>
            <a:chOff x="0" y="0"/>
            <a:chExt cx="117043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600" r="0" b="-3766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dari Google AI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4962302"/>
            <a:ext cx="8829037" cy="5007208"/>
            <a:chOff x="0" y="0"/>
            <a:chExt cx="11772049" cy="66762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2011" cy="6676258"/>
            </a:xfrm>
            <a:custGeom>
              <a:avLst/>
              <a:gdLst/>
              <a:ahLst/>
              <a:cxnLst/>
              <a:rect r="r" b="b" t="t" l="l"/>
              <a:pathLst>
                <a:path h="6676258" w="11772011">
                  <a:moveTo>
                    <a:pt x="0" y="0"/>
                  </a:moveTo>
                  <a:lnTo>
                    <a:pt x="11772011" y="0"/>
                  </a:lnTo>
                  <a:lnTo>
                    <a:pt x="11772011" y="6676258"/>
                  </a:lnTo>
                  <a:lnTo>
                    <a:pt x="0" y="6676258"/>
                  </a:lnTo>
                  <a:close/>
                </a:path>
              </a:pathLst>
            </a:custGeom>
            <a:blipFill>
              <a:blip r:embed="rId4"/>
              <a:stretch>
                <a:fillRect l="0" t="-28355" r="0" b="-28355"/>
              </a:stretch>
            </a:blipFill>
            <a:ln w="50800" cap="sq">
              <a:solidFill>
                <a:srgbClr val="D3D3D3"/>
              </a:solidFill>
              <a:prstDash val="dash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973556" y="671193"/>
            <a:ext cx="6410670" cy="920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 Review Chatbot - Advanced Features: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Enhancement 1: Adjustable Parameters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```python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Sidebar controls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st.sidebar.header("AI Settings")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temperature = st.sidebar.slider(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"Temperature", 0.0, 2.0, 1.0, 0.1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top_p = st.sidebar.slider(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"Top P", 0.0, 1.0, 0.95, 0.05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Pass to Gemini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generation_config = {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"temperature": temperature,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"top_p": top_p,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"max_output_tokens": 2048,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Enhancement 2: Multiple Analysis Modes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Quick Review (fast, basic feedback)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Detailed Analysis (comprehensive)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Interview Prep (focus on gaps)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Enhancement 3: Comparison Feature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Upload multiple CVs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Side-by-side comparison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Best practices highlight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Enhancement 4: Export Options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PDF report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JSON data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Email integration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Enhancement 5: Analytics Dashboard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Common mistakes frequency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Score distribution</a:t>
            </a:r>
          </a:p>
          <a:p>
            <a:pPr algn="l">
              <a:lnSpc>
                <a:spcPts val="184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 Improvement tracking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6400800" cy="1123801"/>
            <a:chOff x="0" y="0"/>
            <a:chExt cx="85344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6" r="0" b="-51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534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Output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44800" y="12801600"/>
            <a:ext cx="1828800" cy="548640"/>
            <a:chOff x="0" y="0"/>
            <a:chExt cx="2438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13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69628" y="1855321"/>
            <a:ext cx="13494149" cy="7590459"/>
          </a:xfrm>
          <a:custGeom>
            <a:avLst/>
            <a:gdLst/>
            <a:ahLst/>
            <a:cxnLst/>
            <a:rect r="r" b="b" t="t" l="l"/>
            <a:pathLst>
              <a:path h="7590459" w="13494149">
                <a:moveTo>
                  <a:pt x="0" y="0"/>
                </a:moveTo>
                <a:lnTo>
                  <a:pt x="13494150" y="0"/>
                </a:lnTo>
                <a:lnTo>
                  <a:pt x="13494150" y="7590459"/>
                </a:lnTo>
                <a:lnTo>
                  <a:pt x="0" y="7590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DAHKLGGNIHU</dc:identifier>
  <dcterms:modified xsi:type="dcterms:W3CDTF">2011-08-01T06:04:30Z</dcterms:modified>
  <cp:revision>1</cp:revision>
  <dc:title>Mini Project 3</dc:title>
</cp:coreProperties>
</file>